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A5563"/>
                </a:solidFill>
                <a:latin typeface="Calibri"/>
              </a:rPr>
              <a:t>Cancelled value as % of gross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Cancelled value as % of gross revenue</c:v>
                </c:pt>
              </c:strCache>
            </c:strRef>
          </c:tx>
          <c:spPr>
            <a:solidFill>
              <a:srgbClr val="D9DEE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DE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2010</c:v>
                  </c:pt>
                  <c:pt idx="1">
                    <c:v>2011 as reported</c:v>
                  </c:pt>
                  <c:pt idx="2">
                    <c:v>2011 excl. 2 errors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2.54</c:v>
                </c:pt>
                <c:pt idx="1">
                  <c:v>4.84</c:v>
                </c:pt>
                <c:pt idx="2">
                  <c:v>2.31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A5563"/>
                </a:solidFill>
                <a:latin typeface="Calibri"/>
              </a:rPr>
              <a:t>Champions (1,576 customers) bring 77% of revenue: last-12-month £k by segment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Last-12-month revenue (£k)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&quot;£&quot;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E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DE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DEE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DEE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DEE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Champions</c:v>
                  </c:pt>
                  <c:pt idx="1">
                    <c:v>Loyal</c:v>
                  </c:pt>
                  <c:pt idx="2">
                    <c:v>At Risk</c:v>
                  </c:pt>
                  <c:pt idx="3">
                    <c:v>Needs Attention</c:v>
                  </c:pt>
                  <c:pt idx="4">
                    <c:v>Hibernating</c:v>
                  </c:pt>
                  <c:pt idx="5">
                    <c:v>Promising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6150</c:v>
                </c:pt>
                <c:pt idx="1">
                  <c:v>1182</c:v>
                </c:pt>
                <c:pt idx="2">
                  <c:v>194</c:v>
                </c:pt>
                <c:pt idx="3">
                  <c:v>192</c:v>
                </c:pt>
                <c:pt idx="4">
                  <c:v>144</c:v>
                </c:pt>
                <c:pt idx="5">
                  <c:v>102</c:v>
                </c:pt>
              </c:numCache>
            </c:numRef>
          </c:val>
        </c:ser>
        <c:dLbls>
          <c:numFmt formatCode="&quot;£&quot;#,##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A5563"/>
                </a:solidFill>
                <a:latin typeface="Calibri"/>
              </a:rPr>
              <a:t>Ranking quality (AUC, out-of-time)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D9DE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DE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Rule: longest since last order</c:v>
                  </c:pt>
                  <c:pt idx="1">
                    <c:v>Churn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0.707</c:v>
                </c:pt>
                <c:pt idx="1">
                  <c:v>0.76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A5563"/>
                </a:solidFill>
                <a:latin typeface="Calibri"/>
              </a:rPr>
              <a:t>Share who actually churned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D9DEE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DE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All active customers</c:v>
                  </c:pt>
                  <c:pt idx="1">
                    <c:v>Top 10% flagged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76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client's question, then the three numbers. Everything after this slide backs them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criteria were agreed before any analysis, so the results can't be cherry-picked.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obvious reading is 'returns are getting worse'. The real answer is 'two typos'. Recommending an investigation would have wasted the client's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by expected loss, not probability, puts big accounts with moderate risk above small accounts that are certain to leave. That's the right order for a sales team's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0.76 is good, not magic. The point is it's measurably better than what they do today, and it's tested the way it will be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scenario as a range, not a promise. The A/B test in the next phase turns the assumption into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choices and alternatives (Glue, ADF, Azure OpenAI) are in the ADR. The stack is replaceable; the gold tables are open Delta/Parquet.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what the client would want to test first. It turns the presentation into a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REVENUE RESCUE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revenue is leaking, who is about to leave, and what to do on Monday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for a UK online gift retailer  ·  1.07M invoice lines, Dec 2009 – Dec 2011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£1.27M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leakage = 2 keying errors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to call first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 asked three questions, and we agreed how we'd prove the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“Revenue looks fine on the top line, but finance says cancellations are eating into it, and we only notice a wholesale customer has gone quiet months after they’ve left.”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Commercial (fictional client, real data)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1325880"/>
            <a:ext cx="384048" cy="38404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3075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we leaking revenue?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6733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Every excluded row explained; ratio-of-sums leakage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2423160"/>
            <a:ext cx="384048" cy="38404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4048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about to churn?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7706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Model must beat the rule already in use, on a later period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35021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worth?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38679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Expected £ loss per customer → a ranked call list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LEAKAGE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didn’t double in 2011. Two keying errors did.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9496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19476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cancelled value over two years (£246k) came from just two bulk orders of 80,995 and 74,215 units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94960" y="310896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32004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reversed within 16 minutes.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 was lost, but they distorted reporting. Fix: a quantity / value check at order entry. Near-zero cost.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silver_transactions; invoices 541431/C541433 (Jan 2011) and 581483/C581484 (Dec 2011).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RETENTION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£1.27M of next year’s revenue is at risk, and it is concentrated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£1.27M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47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at risk (16% of £7.97M from 4,261 active customers)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£203k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192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just 100 customers (2% of the base): the call list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= P(churn in 90 days) × last-12-month spend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38328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gold_customer_churn_risk, gold_customer_rfm (as of 10 Dec 2011).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IT?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beats the rule the business already uses, on a period it never saw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3444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June 2011 snapshot, tested on September 2011 (unseen). A random split would leak the future and flatter the score. Every published score carries the MLflow run ID that produced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actions, starting Monday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53896"/>
            <a:ext cx="384048" cy="38404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07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order-entry check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5819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over 5,000 units or £10k need a second confirmation.  Ops · 1 week · ~£0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414016"/>
            <a:ext cx="384048" cy="38404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top-100 list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420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 call the highest expected-loss customers. Champions go to senior AMs.  Sales · weekly · refreshed by the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374136"/>
            <a:ext cx="384048" cy="38404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27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win-back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5021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offer to the other 1,905 customers with ≥50% churn risk (£462k at risk).  CRM · 2 weeks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the call list (if calls retain X% of its £203k at risk)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783080"/>
          <a:ext cx="2926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A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A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 /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(base case)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£41k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£61k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76072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rates are assumptions until A/B-tested (see next phase).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pipeline feeds the dashboard and the AI assistant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Bronze: extract as received, audit columns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04872" y="1874520"/>
            <a:ext cx="128016" cy="237744"/>
          </a:xfrm>
          <a:prstGeom prst="chevron">
            <a:avLst/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737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Silver: typed, deduped; 11.9k rows quarantined with a reason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07992" y="1874520"/>
            <a:ext cx="128016" cy="237744"/>
          </a:xfrm>
          <a:prstGeom prst="chevron">
            <a:avLst/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737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KPIs, products, RFM segments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1112" y="1874520"/>
            <a:ext cx="128016" cy="237744"/>
          </a:xfrm>
          <a:prstGeom prst="chevron">
            <a:avLst/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737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model, MLflow-tracked, scores in gold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 w="12700">
            <a:solidFill>
              <a:srgbClr val="E7F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pages: overview, leakage, call list. Ratio-of-sums DAX.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 w="12700">
            <a:solidFill>
              <a:srgbClr val="E7F3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Ask-the-data assistant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text-to-SQL; shows its SQL; read-only guard; scored on a 10-question eval.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 · Unity Catalog (permissions, lineage, documentation) · Delta · PySpark unit-tested in CI · job fails if &lt;90% of rows pass quality checks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assumptions into evidence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75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A/B-test the call list  </a:t>
            </a:r>
            <a:pPr indent="0" marL="0">
              <a:buNone/>
            </a:pPr>
            <a:r>
              <a:rPr lang="en-US" sz="16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control group to measure real retention uplift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5234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cost-of-goods data  </a:t>
            </a:r>
            <a:pPr indent="0" marL="0">
              <a:buNone/>
            </a:pPr>
            <a:r>
              <a:rPr lang="en-US" sz="16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finding is in margin, not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assistant  </a:t>
            </a:r>
            <a:pPr indent="0" marL="0">
              <a:buNone/>
            </a:pPr>
            <a:r>
              <a:rPr lang="en-US" sz="16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 with SELECT-only grants; log and review questions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notebooks and docs: github.com/Vaibhav2824/retail-revenue-rescue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Revenue Rescue: findings</dc:title>
  <dc:subject>PptxGenJS Presentation</dc:subject>
  <dc:creator>PptxGenJS</dc:creator>
  <cp:lastModifiedBy>PptxGenJS</cp:lastModifiedBy>
  <cp:revision>1</cp:revision>
  <dcterms:created xsi:type="dcterms:W3CDTF">2026-10-01T19:03:00Z</dcterms:created>
  <dcterms:modified xsi:type="dcterms:W3CDTF">2026-10-01T19:03:00Z</dcterms:modified>
</cp:coreProperties>
</file>